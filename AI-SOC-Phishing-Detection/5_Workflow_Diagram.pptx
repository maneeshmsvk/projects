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9EEACB-B801-4811-B5E5-DDE7D8BE4588}" type="doc">
      <dgm:prSet loTypeId="urn:microsoft.com/office/officeart/2005/8/layout/cycle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2D04265-FEBA-4215-8DE4-94609EBDF1C1}">
      <dgm:prSet/>
      <dgm:spPr/>
      <dgm:t>
        <a:bodyPr/>
        <a:lstStyle/>
        <a:p>
          <a:r>
            <a:rPr lang="en-US" dirty="0"/>
            <a:t>Suspicious Email Received</a:t>
          </a:r>
        </a:p>
      </dgm:t>
    </dgm:pt>
    <dgm:pt modelId="{E7125F20-D621-4419-B56E-0311C59AA856}" type="parTrans" cxnId="{CA3019CE-3DD8-4B25-B192-A1AC4071D9F9}">
      <dgm:prSet/>
      <dgm:spPr/>
      <dgm:t>
        <a:bodyPr/>
        <a:lstStyle/>
        <a:p>
          <a:endParaRPr lang="en-US"/>
        </a:p>
      </dgm:t>
    </dgm:pt>
    <dgm:pt modelId="{A6528B45-ADC4-40C4-AD87-1EE4CFC303F3}" type="sibTrans" cxnId="{CA3019CE-3DD8-4B25-B192-A1AC4071D9F9}">
      <dgm:prSet/>
      <dgm:spPr/>
      <dgm:t>
        <a:bodyPr/>
        <a:lstStyle/>
        <a:p>
          <a:endParaRPr lang="en-US"/>
        </a:p>
      </dgm:t>
    </dgm:pt>
    <dgm:pt modelId="{05010F7D-E070-4515-BFD0-3265AB518983}">
      <dgm:prSet/>
      <dgm:spPr/>
      <dgm:t>
        <a:bodyPr/>
        <a:lstStyle/>
        <a:p>
          <a:r>
            <a:rPr lang="it-IT" dirty="0"/>
            <a:t>AI Analysis (ChatGPT / Gemini / Copilot)</a:t>
          </a:r>
          <a:endParaRPr lang="en-US" dirty="0"/>
        </a:p>
      </dgm:t>
    </dgm:pt>
    <dgm:pt modelId="{8B367771-5AD3-47B0-8797-EF9C0D1481E9}" type="parTrans" cxnId="{A4F24A48-8629-4EE0-981E-3793E998A8AB}">
      <dgm:prSet/>
      <dgm:spPr/>
      <dgm:t>
        <a:bodyPr/>
        <a:lstStyle/>
        <a:p>
          <a:endParaRPr lang="en-US"/>
        </a:p>
      </dgm:t>
    </dgm:pt>
    <dgm:pt modelId="{3ED621E6-84FA-4B36-906C-D5CB03121DC2}" type="sibTrans" cxnId="{A4F24A48-8629-4EE0-981E-3793E998A8AB}">
      <dgm:prSet/>
      <dgm:spPr/>
      <dgm:t>
        <a:bodyPr/>
        <a:lstStyle/>
        <a:p>
          <a:endParaRPr lang="en-US"/>
        </a:p>
      </dgm:t>
    </dgm:pt>
    <dgm:pt modelId="{E8AE85BC-4B29-47AC-A1F2-6AE81314FD12}">
      <dgm:prSet/>
      <dgm:spPr/>
      <dgm:t>
        <a:bodyPr/>
        <a:lstStyle/>
        <a:p>
          <a:r>
            <a:rPr lang="en-US" dirty="0"/>
            <a:t>Phishing Analysis (Red Flags + Risk Level)  </a:t>
          </a:r>
        </a:p>
      </dgm:t>
    </dgm:pt>
    <dgm:pt modelId="{6C2469DB-DAE4-4E7D-A44F-EED2DECA0589}" type="parTrans" cxnId="{1C0421C2-CF87-452F-899D-3A7990E6749D}">
      <dgm:prSet/>
      <dgm:spPr/>
      <dgm:t>
        <a:bodyPr/>
        <a:lstStyle/>
        <a:p>
          <a:endParaRPr lang="en-US"/>
        </a:p>
      </dgm:t>
    </dgm:pt>
    <dgm:pt modelId="{CEE9A03F-8D29-4184-ACF6-FA568B1E8AAA}" type="sibTrans" cxnId="{1C0421C2-CF87-452F-899D-3A7990E6749D}">
      <dgm:prSet/>
      <dgm:spPr/>
      <dgm:t>
        <a:bodyPr/>
        <a:lstStyle/>
        <a:p>
          <a:endParaRPr lang="en-US"/>
        </a:p>
      </dgm:t>
    </dgm:pt>
    <dgm:pt modelId="{F57E0DCF-7316-49EC-9E97-204B75B838D3}">
      <dgm:prSet/>
      <dgm:spPr/>
      <dgm:t>
        <a:bodyPr/>
        <a:lstStyle/>
        <a:p>
          <a:r>
            <a:rPr lang="en-US" dirty="0"/>
            <a:t>Incident Report Generation  </a:t>
          </a:r>
        </a:p>
      </dgm:t>
    </dgm:pt>
    <dgm:pt modelId="{C98AFEC1-88E9-462F-A7C5-243B46D5B7C6}" type="parTrans" cxnId="{6C0273EE-85C0-48A7-9ADB-84AA321E9128}">
      <dgm:prSet/>
      <dgm:spPr/>
      <dgm:t>
        <a:bodyPr/>
        <a:lstStyle/>
        <a:p>
          <a:endParaRPr lang="en-US"/>
        </a:p>
      </dgm:t>
    </dgm:pt>
    <dgm:pt modelId="{2DDF6319-80F7-4907-8143-DBCC2C9F8BC4}" type="sibTrans" cxnId="{6C0273EE-85C0-48A7-9ADB-84AA321E9128}">
      <dgm:prSet/>
      <dgm:spPr/>
      <dgm:t>
        <a:bodyPr/>
        <a:lstStyle/>
        <a:p>
          <a:endParaRPr lang="en-US"/>
        </a:p>
      </dgm:t>
    </dgm:pt>
    <dgm:pt modelId="{032BB105-D65C-4B39-88E1-B2EB40B7AE6D}">
      <dgm:prSet/>
      <dgm:spPr/>
      <dgm:t>
        <a:bodyPr/>
        <a:lstStyle/>
        <a:p>
          <a:r>
            <a:rPr lang="en-US"/>
            <a:t>Awareness Presentation </a:t>
          </a:r>
        </a:p>
      </dgm:t>
    </dgm:pt>
    <dgm:pt modelId="{C5F96A05-EF1D-45FA-A493-63E9338701E8}" type="parTrans" cxnId="{917B675B-E462-49AB-85A3-298AAAE74077}">
      <dgm:prSet/>
      <dgm:spPr/>
      <dgm:t>
        <a:bodyPr/>
        <a:lstStyle/>
        <a:p>
          <a:endParaRPr lang="en-US"/>
        </a:p>
      </dgm:t>
    </dgm:pt>
    <dgm:pt modelId="{37263E1C-4360-492C-9D33-4583C4CE8B15}" type="sibTrans" cxnId="{917B675B-E462-49AB-85A3-298AAAE74077}">
      <dgm:prSet/>
      <dgm:spPr/>
      <dgm:t>
        <a:bodyPr/>
        <a:lstStyle/>
        <a:p>
          <a:endParaRPr lang="en-US"/>
        </a:p>
      </dgm:t>
    </dgm:pt>
    <dgm:pt modelId="{F6C4EF4A-A9AD-4E3B-89A2-882FFB1E456F}" type="pres">
      <dgm:prSet presAssocID="{599EEACB-B801-4811-B5E5-DDE7D8BE4588}" presName="Name0" presStyleCnt="0">
        <dgm:presLayoutVars>
          <dgm:dir/>
          <dgm:resizeHandles val="exact"/>
        </dgm:presLayoutVars>
      </dgm:prSet>
      <dgm:spPr/>
    </dgm:pt>
    <dgm:pt modelId="{CBBA8E70-EA37-4974-B7A5-A23DC2106B5B}" type="pres">
      <dgm:prSet presAssocID="{599EEACB-B801-4811-B5E5-DDE7D8BE4588}" presName="cycle" presStyleCnt="0"/>
      <dgm:spPr/>
    </dgm:pt>
    <dgm:pt modelId="{675CCB16-BA76-4A16-A6F3-FF8279B0A4CD}" type="pres">
      <dgm:prSet presAssocID="{32D04265-FEBA-4215-8DE4-94609EBDF1C1}" presName="nodeFirstNode" presStyleLbl="node1" presStyleIdx="0" presStyleCnt="5">
        <dgm:presLayoutVars>
          <dgm:bulletEnabled val="1"/>
        </dgm:presLayoutVars>
      </dgm:prSet>
      <dgm:spPr/>
    </dgm:pt>
    <dgm:pt modelId="{A4E7E1E8-D706-45CF-8F26-65F9145DD9F0}" type="pres">
      <dgm:prSet presAssocID="{A6528B45-ADC4-40C4-AD87-1EE4CFC303F3}" presName="sibTransFirstNode" presStyleLbl="bgShp" presStyleIdx="0" presStyleCnt="1"/>
      <dgm:spPr/>
    </dgm:pt>
    <dgm:pt modelId="{00991883-B97E-4CF9-A294-29C163D93E55}" type="pres">
      <dgm:prSet presAssocID="{05010F7D-E070-4515-BFD0-3265AB518983}" presName="nodeFollowingNodes" presStyleLbl="node1" presStyleIdx="1" presStyleCnt="5">
        <dgm:presLayoutVars>
          <dgm:bulletEnabled val="1"/>
        </dgm:presLayoutVars>
      </dgm:prSet>
      <dgm:spPr/>
    </dgm:pt>
    <dgm:pt modelId="{70A8CFDF-B962-45AE-8FCA-1454F90E1B5D}" type="pres">
      <dgm:prSet presAssocID="{E8AE85BC-4B29-47AC-A1F2-6AE81314FD12}" presName="nodeFollowingNodes" presStyleLbl="node1" presStyleIdx="2" presStyleCnt="5" custRadScaleRad="109042" custRadScaleInc="-15626">
        <dgm:presLayoutVars>
          <dgm:bulletEnabled val="1"/>
        </dgm:presLayoutVars>
      </dgm:prSet>
      <dgm:spPr/>
    </dgm:pt>
    <dgm:pt modelId="{A881C2E3-F8C5-45F0-8512-E55CBC0F44E0}" type="pres">
      <dgm:prSet presAssocID="{F57E0DCF-7316-49EC-9E97-204B75B838D3}" presName="nodeFollowingNodes" presStyleLbl="node1" presStyleIdx="3" presStyleCnt="5" custRadScaleRad="109409" custRadScaleInc="9826">
        <dgm:presLayoutVars>
          <dgm:bulletEnabled val="1"/>
        </dgm:presLayoutVars>
      </dgm:prSet>
      <dgm:spPr/>
    </dgm:pt>
    <dgm:pt modelId="{40C5FC01-1FBF-48A9-AE57-91985D272E62}" type="pres">
      <dgm:prSet presAssocID="{032BB105-D65C-4B39-88E1-B2EB40B7AE6D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743CE22A-E1E1-4FFE-80B0-A7ADD6A74D45}" type="presOf" srcId="{05010F7D-E070-4515-BFD0-3265AB518983}" destId="{00991883-B97E-4CF9-A294-29C163D93E55}" srcOrd="0" destOrd="0" presId="urn:microsoft.com/office/officeart/2005/8/layout/cycle3"/>
    <dgm:cxn modelId="{917B675B-E462-49AB-85A3-298AAAE74077}" srcId="{599EEACB-B801-4811-B5E5-DDE7D8BE4588}" destId="{032BB105-D65C-4B39-88E1-B2EB40B7AE6D}" srcOrd="4" destOrd="0" parTransId="{C5F96A05-EF1D-45FA-A493-63E9338701E8}" sibTransId="{37263E1C-4360-492C-9D33-4583C4CE8B15}"/>
    <dgm:cxn modelId="{A4F24A48-8629-4EE0-981E-3793E998A8AB}" srcId="{599EEACB-B801-4811-B5E5-DDE7D8BE4588}" destId="{05010F7D-E070-4515-BFD0-3265AB518983}" srcOrd="1" destOrd="0" parTransId="{8B367771-5AD3-47B0-8797-EF9C0D1481E9}" sibTransId="{3ED621E6-84FA-4B36-906C-D5CB03121DC2}"/>
    <dgm:cxn modelId="{CC54E084-2E22-4176-8DF7-7D3449FF13EC}" type="presOf" srcId="{599EEACB-B801-4811-B5E5-DDE7D8BE4588}" destId="{F6C4EF4A-A9AD-4E3B-89A2-882FFB1E456F}" srcOrd="0" destOrd="0" presId="urn:microsoft.com/office/officeart/2005/8/layout/cycle3"/>
    <dgm:cxn modelId="{C6A6688B-7BA5-4CBA-8130-8CC861FFAD36}" type="presOf" srcId="{32D04265-FEBA-4215-8DE4-94609EBDF1C1}" destId="{675CCB16-BA76-4A16-A6F3-FF8279B0A4CD}" srcOrd="0" destOrd="0" presId="urn:microsoft.com/office/officeart/2005/8/layout/cycle3"/>
    <dgm:cxn modelId="{DFEF5FB0-A3F0-4B61-9805-39B496393ABA}" type="presOf" srcId="{E8AE85BC-4B29-47AC-A1F2-6AE81314FD12}" destId="{70A8CFDF-B962-45AE-8FCA-1454F90E1B5D}" srcOrd="0" destOrd="0" presId="urn:microsoft.com/office/officeart/2005/8/layout/cycle3"/>
    <dgm:cxn modelId="{4CD431B2-099C-45FD-BA1A-7B6AD0D1992B}" type="presOf" srcId="{032BB105-D65C-4B39-88E1-B2EB40B7AE6D}" destId="{40C5FC01-1FBF-48A9-AE57-91985D272E62}" srcOrd="0" destOrd="0" presId="urn:microsoft.com/office/officeart/2005/8/layout/cycle3"/>
    <dgm:cxn modelId="{1C0421C2-CF87-452F-899D-3A7990E6749D}" srcId="{599EEACB-B801-4811-B5E5-DDE7D8BE4588}" destId="{E8AE85BC-4B29-47AC-A1F2-6AE81314FD12}" srcOrd="2" destOrd="0" parTransId="{6C2469DB-DAE4-4E7D-A44F-EED2DECA0589}" sibTransId="{CEE9A03F-8D29-4184-ACF6-FA568B1E8AAA}"/>
    <dgm:cxn modelId="{4251EAC3-F6A5-419D-9539-A49EA4D73243}" type="presOf" srcId="{A6528B45-ADC4-40C4-AD87-1EE4CFC303F3}" destId="{A4E7E1E8-D706-45CF-8F26-65F9145DD9F0}" srcOrd="0" destOrd="0" presId="urn:microsoft.com/office/officeart/2005/8/layout/cycle3"/>
    <dgm:cxn modelId="{CA3019CE-3DD8-4B25-B192-A1AC4071D9F9}" srcId="{599EEACB-B801-4811-B5E5-DDE7D8BE4588}" destId="{32D04265-FEBA-4215-8DE4-94609EBDF1C1}" srcOrd="0" destOrd="0" parTransId="{E7125F20-D621-4419-B56E-0311C59AA856}" sibTransId="{A6528B45-ADC4-40C4-AD87-1EE4CFC303F3}"/>
    <dgm:cxn modelId="{6C0273EE-85C0-48A7-9ADB-84AA321E9128}" srcId="{599EEACB-B801-4811-B5E5-DDE7D8BE4588}" destId="{F57E0DCF-7316-49EC-9E97-204B75B838D3}" srcOrd="3" destOrd="0" parTransId="{C98AFEC1-88E9-462F-A7C5-243B46D5B7C6}" sibTransId="{2DDF6319-80F7-4907-8143-DBCC2C9F8BC4}"/>
    <dgm:cxn modelId="{F81065F6-B7EC-486C-AC5A-5481A247B3E2}" type="presOf" srcId="{F57E0DCF-7316-49EC-9E97-204B75B838D3}" destId="{A881C2E3-F8C5-45F0-8512-E55CBC0F44E0}" srcOrd="0" destOrd="0" presId="urn:microsoft.com/office/officeart/2005/8/layout/cycle3"/>
    <dgm:cxn modelId="{1976F9B5-AD20-48B7-8682-A6463EF2E87E}" type="presParOf" srcId="{F6C4EF4A-A9AD-4E3B-89A2-882FFB1E456F}" destId="{CBBA8E70-EA37-4974-B7A5-A23DC2106B5B}" srcOrd="0" destOrd="0" presId="urn:microsoft.com/office/officeart/2005/8/layout/cycle3"/>
    <dgm:cxn modelId="{E66E2CBD-488E-47BF-B087-3178022C5770}" type="presParOf" srcId="{CBBA8E70-EA37-4974-B7A5-A23DC2106B5B}" destId="{675CCB16-BA76-4A16-A6F3-FF8279B0A4CD}" srcOrd="0" destOrd="0" presId="urn:microsoft.com/office/officeart/2005/8/layout/cycle3"/>
    <dgm:cxn modelId="{6E40A45F-EB93-4FED-B740-315119C295B3}" type="presParOf" srcId="{CBBA8E70-EA37-4974-B7A5-A23DC2106B5B}" destId="{A4E7E1E8-D706-45CF-8F26-65F9145DD9F0}" srcOrd="1" destOrd="0" presId="urn:microsoft.com/office/officeart/2005/8/layout/cycle3"/>
    <dgm:cxn modelId="{3FA22301-A1E5-496F-83E7-EA9AF28EC2DC}" type="presParOf" srcId="{CBBA8E70-EA37-4974-B7A5-A23DC2106B5B}" destId="{00991883-B97E-4CF9-A294-29C163D93E55}" srcOrd="2" destOrd="0" presId="urn:microsoft.com/office/officeart/2005/8/layout/cycle3"/>
    <dgm:cxn modelId="{D9389EB1-7DE7-45D8-AFB0-D2A08FDD5495}" type="presParOf" srcId="{CBBA8E70-EA37-4974-B7A5-A23DC2106B5B}" destId="{70A8CFDF-B962-45AE-8FCA-1454F90E1B5D}" srcOrd="3" destOrd="0" presId="urn:microsoft.com/office/officeart/2005/8/layout/cycle3"/>
    <dgm:cxn modelId="{5D3F57D4-30AA-459B-BE92-ED6777B7A788}" type="presParOf" srcId="{CBBA8E70-EA37-4974-B7A5-A23DC2106B5B}" destId="{A881C2E3-F8C5-45F0-8512-E55CBC0F44E0}" srcOrd="4" destOrd="0" presId="urn:microsoft.com/office/officeart/2005/8/layout/cycle3"/>
    <dgm:cxn modelId="{65620D22-76E5-4005-963F-6E3D7C2B7B3A}" type="presParOf" srcId="{CBBA8E70-EA37-4974-B7A5-A23DC2106B5B}" destId="{40C5FC01-1FBF-48A9-AE57-91985D272E62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E7E1E8-D706-45CF-8F26-65F9145DD9F0}">
      <dsp:nvSpPr>
        <dsp:cNvPr id="0" name=""/>
        <dsp:cNvSpPr/>
      </dsp:nvSpPr>
      <dsp:spPr>
        <a:xfrm>
          <a:off x="553023" y="656262"/>
          <a:ext cx="4151753" cy="4151753"/>
        </a:xfrm>
        <a:prstGeom prst="circularArrow">
          <a:avLst>
            <a:gd name="adj1" fmla="val 5544"/>
            <a:gd name="adj2" fmla="val 330680"/>
            <a:gd name="adj3" fmla="val 13843739"/>
            <a:gd name="adj4" fmla="val 17344830"/>
            <a:gd name="adj5" fmla="val 5757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5CCB16-BA76-4A16-A6F3-FF8279B0A4CD}">
      <dsp:nvSpPr>
        <dsp:cNvPr id="0" name=""/>
        <dsp:cNvSpPr/>
      </dsp:nvSpPr>
      <dsp:spPr>
        <a:xfrm>
          <a:off x="1685422" y="679199"/>
          <a:ext cx="1886954" cy="9434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Suspicious Email Received</a:t>
          </a:r>
        </a:p>
      </dsp:txBody>
      <dsp:txXfrm>
        <a:off x="1731479" y="725256"/>
        <a:ext cx="1794840" cy="851363"/>
      </dsp:txXfrm>
    </dsp:sp>
    <dsp:sp modelId="{00991883-B97E-4CF9-A294-29C163D93E55}">
      <dsp:nvSpPr>
        <dsp:cNvPr id="0" name=""/>
        <dsp:cNvSpPr/>
      </dsp:nvSpPr>
      <dsp:spPr>
        <a:xfrm>
          <a:off x="3369240" y="1902564"/>
          <a:ext cx="1886954" cy="943477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AI Analysis (ChatGPT / Gemini / Copilot)</a:t>
          </a:r>
          <a:endParaRPr lang="en-US" sz="1700" kern="1200" dirty="0"/>
        </a:p>
      </dsp:txBody>
      <dsp:txXfrm>
        <a:off x="3415297" y="1948621"/>
        <a:ext cx="1794840" cy="851363"/>
      </dsp:txXfrm>
    </dsp:sp>
    <dsp:sp modelId="{70A8CFDF-B962-45AE-8FCA-1454F90E1B5D}">
      <dsp:nvSpPr>
        <dsp:cNvPr id="0" name=""/>
        <dsp:cNvSpPr/>
      </dsp:nvSpPr>
      <dsp:spPr>
        <a:xfrm>
          <a:off x="3059451" y="3805801"/>
          <a:ext cx="1886954" cy="943477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Phishing Analysis (Red Flags + Risk Level)  </a:t>
          </a:r>
        </a:p>
      </dsp:txBody>
      <dsp:txXfrm>
        <a:off x="3105508" y="3851858"/>
        <a:ext cx="1794840" cy="851363"/>
      </dsp:txXfrm>
    </dsp:sp>
    <dsp:sp modelId="{A881C2E3-F8C5-45F0-8512-E55CBC0F44E0}">
      <dsp:nvSpPr>
        <dsp:cNvPr id="0" name=""/>
        <dsp:cNvSpPr/>
      </dsp:nvSpPr>
      <dsp:spPr>
        <a:xfrm>
          <a:off x="391905" y="3891541"/>
          <a:ext cx="1886954" cy="943477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Incident Report Generation  </a:t>
          </a:r>
        </a:p>
      </dsp:txBody>
      <dsp:txXfrm>
        <a:off x="437962" y="3937598"/>
        <a:ext cx="1794840" cy="851363"/>
      </dsp:txXfrm>
    </dsp:sp>
    <dsp:sp modelId="{40C5FC01-1FBF-48A9-AE57-91985D272E62}">
      <dsp:nvSpPr>
        <dsp:cNvPr id="0" name=""/>
        <dsp:cNvSpPr/>
      </dsp:nvSpPr>
      <dsp:spPr>
        <a:xfrm>
          <a:off x="1605" y="1902564"/>
          <a:ext cx="1886954" cy="94347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Awareness Presentation </a:t>
          </a:r>
        </a:p>
      </dsp:txBody>
      <dsp:txXfrm>
        <a:off x="47662" y="1948621"/>
        <a:ext cx="1794840" cy="851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1452-3F23-9F95-381E-C42BE00AD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5CF63-634E-62EC-8107-FC93011A7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BE6F7-A05D-6D1C-8652-4D594A4B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313FC-4CE1-B7A3-BBBE-C4EF35AE1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A6B03-B4F9-1486-9DDF-DF42B0D5A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3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4FA2-A5E6-CD43-F941-0C0433A5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BDA4-E7DB-F46E-EF75-EE69B00D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B42D-2679-E707-E9E6-A74DF6C60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DA8BB-6973-B225-A633-E9524D4B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D5984-22D8-B4CE-ECAA-73211A2A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4D58-BCA1-E178-A317-3560DEF08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4FAD0-D1AF-677E-924B-B2B6ED0BF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1093-976C-562B-0860-B5AED43B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A8D53-6A99-F354-ED4C-2AFE31CE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0B3FF-9B57-D516-9384-0C9A611E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1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94D5D-B708-9780-F9FD-B6ACC24D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56B9D-22C7-1A1D-BFBD-274E2851F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74C1C-4AAD-9C77-C2B0-3720F3E5C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7BFCF-0754-442D-6307-BD735E89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D0997-8CA9-3372-715B-A7F4FB1ED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893B1-A629-40E0-E756-78AC2AAC2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1EA0-4BE6-07E9-5C74-7D4060347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27301-2E52-6127-23E6-7B4BBEA81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EAED4-8D57-0392-8A4B-36CA01076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1B323-0E89-B45F-C2B5-88ECB0706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B59F1-465B-F39D-468C-FF86ADA0E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EBD1D-3CAF-FBEB-3E33-2A7A2B8F4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2CA5F-F3F6-5407-1845-B73F7F1F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BC25F-FE67-2EB7-C5B5-5AB6E643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2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5957-DE39-DC0A-443E-C2294C10D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0D414-DF73-C0F6-234C-FAF893703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2F937-4441-E420-20C5-5C390116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52087-2023-1B6C-3250-6A922EAD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64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056B6-2435-882C-277D-CA2D4EDC8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DE9086-FC24-DBFA-8A23-53D8528B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C13A3-E5F3-E908-D7BE-0F8AF48E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90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859D-2F30-F6D6-DA3F-E9FF3864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1B590-6EB1-974A-A8CB-9880BC0C8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C9BEC-1E43-66A5-9D6B-3B48E6368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382A4-3788-F3DF-0EB8-7C54F91E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F1DDB-E105-6493-1928-4147044B2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80A06-6EA8-12D1-2DE8-B0C1AF4A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06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1174-31DA-D736-8E0F-2034317AE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A66EA-4387-CA7A-5EBD-6FE4AD71B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85F74-8389-08C8-31C7-729D17D37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FE653-5F53-B008-CF57-255B6ACBB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F1CCF-0833-0F3A-6825-013F4A561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D6F9A-35B1-E495-BDF7-0FDBDD0A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2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5E112-D67C-1E10-998E-F85C2A31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670E76-1629-91B0-2553-9816C9008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5EB68-9B6D-1122-62F3-4166D054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F715-DB10-E441-43A1-203154A6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D5CFC-F6A9-042A-57ED-8A75D9D8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09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45DA31-5603-4394-011D-423C1B398C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B4537-09A6-52E1-32BC-59A14C136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F1A9B-37F9-7B96-FDFC-7924A4ED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15D52-562D-2056-7F4E-AEBF612B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B0EC4-488D-8595-2745-5F5D65B2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02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5D3FF2-C797-EA26-5C52-6BEC5BA6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E192-D499-C60C-E650-D03776F00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8529A-D2A3-3D34-F8FA-D4FFBD9A2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06D8F-AC68-4D6A-9BB6-10ECD81C0784}" type="datetimeFigureOut">
              <a:rPr lang="en-US" smtClean="0"/>
              <a:t>03-May-26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5FE8B-9710-E947-E9C9-18ABE6086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1B646-125B-9D91-8775-CE2897FE1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ED5D52-2FB9-472B-9D76-E87379395F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9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F19D7-8E2A-3CDA-2BEE-01B91151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88E5B2-CF75-3233-4020-74487206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1380171"/>
            <a:ext cx="4428745" cy="48011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Phishing Detection Workflow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EA651FE-3E2B-C8C5-CD50-1881BF2FA41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98588753"/>
              </p:ext>
            </p:extLst>
          </p:nvPr>
        </p:nvGraphicFramePr>
        <p:xfrm>
          <a:off x="5171695" y="676655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308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Phishing Detection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Msvk Maneesh</dc:creator>
  <cp:lastModifiedBy>Msvk Maneesh</cp:lastModifiedBy>
  <cp:revision>1</cp:revision>
  <dcterms:created xsi:type="dcterms:W3CDTF">2026-05-03T13:04:27Z</dcterms:created>
  <dcterms:modified xsi:type="dcterms:W3CDTF">2026-05-03T13:20:53Z</dcterms:modified>
</cp:coreProperties>
</file>