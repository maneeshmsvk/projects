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vk Maneesh" userId="5aa1cf5ea3b6e88a" providerId="LiveId" clId="{06B7F6C1-4305-47B7-A80F-1BFBEE77DFFB}"/>
    <pc:docChg chg="undo custSel modSld">
      <pc:chgData name="Msvk Maneesh" userId="5aa1cf5ea3b6e88a" providerId="LiveId" clId="{06B7F6C1-4305-47B7-A80F-1BFBEE77DFFB}" dt="2026-05-01T12:54:17.998" v="15" actId="26606"/>
      <pc:docMkLst>
        <pc:docMk/>
      </pc:docMkLst>
      <pc:sldChg chg="addSp delSp modSp mod">
        <pc:chgData name="Msvk Maneesh" userId="5aa1cf5ea3b6e88a" providerId="LiveId" clId="{06B7F6C1-4305-47B7-A80F-1BFBEE77DFFB}" dt="2026-05-01T12:50:58.443" v="10" actId="1076"/>
        <pc:sldMkLst>
          <pc:docMk/>
          <pc:sldMk cId="3552652175" sldId="257"/>
        </pc:sldMkLst>
        <pc:spChg chg="mod">
          <ac:chgData name="Msvk Maneesh" userId="5aa1cf5ea3b6e88a" providerId="LiveId" clId="{06B7F6C1-4305-47B7-A80F-1BFBEE77DFFB}" dt="2026-05-01T12:45:08.766" v="1" actId="26606"/>
          <ac:spMkLst>
            <pc:docMk/>
            <pc:sldMk cId="3552652175" sldId="257"/>
            <ac:spMk id="2" creationId="{EA28B9AA-955A-AF8D-EF55-F858DA258E0D}"/>
          </ac:spMkLst>
        </pc:spChg>
        <pc:spChg chg="add del mod">
          <ac:chgData name="Msvk Maneesh" userId="5aa1cf5ea3b6e88a" providerId="LiveId" clId="{06B7F6C1-4305-47B7-A80F-1BFBEE77DFFB}" dt="2026-05-01T12:47:06.771" v="4" actId="26606"/>
          <ac:spMkLst>
            <pc:docMk/>
            <pc:sldMk cId="3552652175" sldId="257"/>
            <ac:spMk id="3" creationId="{4BAD4A50-86C9-838E-959B-D414546FC44A}"/>
          </ac:spMkLst>
        </pc:spChg>
        <pc:spChg chg="add">
          <ac:chgData name="Msvk Maneesh" userId="5aa1cf5ea3b6e88a" providerId="LiveId" clId="{06B7F6C1-4305-47B7-A80F-1BFBEE77DFFB}" dt="2026-05-01T12:45:08.766" v="1" actId="26606"/>
          <ac:spMkLst>
            <pc:docMk/>
            <pc:sldMk cId="3552652175" sldId="257"/>
            <ac:spMk id="15" creationId="{C0763A76-9F1C-4FC5-82B7-DD475DA461B2}"/>
          </ac:spMkLst>
        </pc:spChg>
        <pc:spChg chg="add">
          <ac:chgData name="Msvk Maneesh" userId="5aa1cf5ea3b6e88a" providerId="LiveId" clId="{06B7F6C1-4305-47B7-A80F-1BFBEE77DFFB}" dt="2026-05-01T12:45:08.766" v="1" actId="26606"/>
          <ac:spMkLst>
            <pc:docMk/>
            <pc:sldMk cId="3552652175" sldId="257"/>
            <ac:spMk id="17" creationId="{E81BF4F6-F2CF-4984-9D14-D6966D92F99F}"/>
          </ac:spMkLst>
        </pc:spChg>
        <pc:graphicFrameChg chg="add del">
          <ac:chgData name="Msvk Maneesh" userId="5aa1cf5ea3b6e88a" providerId="LiveId" clId="{06B7F6C1-4305-47B7-A80F-1BFBEE77DFFB}" dt="2026-05-01T12:47:06.771" v="4" actId="26606"/>
          <ac:graphicFrameMkLst>
            <pc:docMk/>
            <pc:sldMk cId="3552652175" sldId="257"/>
            <ac:graphicFrameMk id="19" creationId="{1C39B137-3060-D6B1-326C-DB86A2969D27}"/>
          </ac:graphicFrameMkLst>
        </pc:graphicFrameChg>
        <pc:picChg chg="add mod">
          <ac:chgData name="Msvk Maneesh" userId="5aa1cf5ea3b6e88a" providerId="LiveId" clId="{06B7F6C1-4305-47B7-A80F-1BFBEE77DFFB}" dt="2026-05-01T12:50:58.443" v="10" actId="1076"/>
          <ac:picMkLst>
            <pc:docMk/>
            <pc:sldMk cId="3552652175" sldId="257"/>
            <ac:picMk id="6" creationId="{CA29DB68-9D72-859E-826F-5D20164D49A6}"/>
          </ac:picMkLst>
        </pc:picChg>
        <pc:picChg chg="del">
          <ac:chgData name="Msvk Maneesh" userId="5aa1cf5ea3b6e88a" providerId="LiveId" clId="{06B7F6C1-4305-47B7-A80F-1BFBEE77DFFB}" dt="2026-05-01T12:44:53.142" v="0" actId="21"/>
          <ac:picMkLst>
            <pc:docMk/>
            <pc:sldMk cId="3552652175" sldId="257"/>
            <ac:picMk id="7" creationId="{8563A098-E87A-10DD-2842-6B2DC54DEE12}"/>
          </ac:picMkLst>
        </pc:picChg>
        <pc:picChg chg="add del">
          <ac:chgData name="Msvk Maneesh" userId="5aa1cf5ea3b6e88a" providerId="LiveId" clId="{06B7F6C1-4305-47B7-A80F-1BFBEE77DFFB}" dt="2026-05-01T12:45:56.672" v="2" actId="478"/>
          <ac:picMkLst>
            <pc:docMk/>
            <pc:sldMk cId="3552652175" sldId="257"/>
            <ac:picMk id="11" creationId="{5C405C54-827E-8195-0F56-D9AA12D35C50}"/>
          </ac:picMkLst>
        </pc:picChg>
        <pc:cxnChg chg="del">
          <ac:chgData name="Msvk Maneesh" userId="5aa1cf5ea3b6e88a" providerId="LiveId" clId="{06B7F6C1-4305-47B7-A80F-1BFBEE77DFFB}" dt="2026-05-01T12:45:08.766" v="1" actId="26606"/>
          <ac:cxnSpMkLst>
            <pc:docMk/>
            <pc:sldMk cId="3552652175" sldId="257"/>
            <ac:cxnSpMk id="9" creationId="{1503BFE4-729B-D9D0-C17B-501E6AF1127A}"/>
          </ac:cxnSpMkLst>
        </pc:cxnChg>
      </pc:sldChg>
      <pc:sldChg chg="addSp delSp modSp mod">
        <pc:chgData name="Msvk Maneesh" userId="5aa1cf5ea3b6e88a" providerId="LiveId" clId="{06B7F6C1-4305-47B7-A80F-1BFBEE77DFFB}" dt="2026-05-01T12:54:17.998" v="15" actId="26606"/>
        <pc:sldMkLst>
          <pc:docMk/>
          <pc:sldMk cId="1145910330" sldId="259"/>
        </pc:sldMkLst>
        <pc:spChg chg="mod">
          <ac:chgData name="Msvk Maneesh" userId="5aa1cf5ea3b6e88a" providerId="LiveId" clId="{06B7F6C1-4305-47B7-A80F-1BFBEE77DFFB}" dt="2026-05-01T12:54:17.902" v="14" actId="26606"/>
          <ac:spMkLst>
            <pc:docMk/>
            <pc:sldMk cId="1145910330" sldId="259"/>
            <ac:spMk id="2" creationId="{7D111860-CAC5-18B4-9296-C291E9B6F384}"/>
          </ac:spMkLst>
        </pc:spChg>
        <pc:spChg chg="add del">
          <ac:chgData name="Msvk Maneesh" userId="5aa1cf5ea3b6e88a" providerId="LiveId" clId="{06B7F6C1-4305-47B7-A80F-1BFBEE77DFFB}" dt="2026-05-01T12:54:17.998" v="15" actId="26606"/>
          <ac:spMkLst>
            <pc:docMk/>
            <pc:sldMk cId="1145910330" sldId="259"/>
            <ac:spMk id="122" creationId="{081EA652-8C6A-4E69-BEB9-170809474553}"/>
          </ac:spMkLst>
        </pc:spChg>
        <pc:spChg chg="add del">
          <ac:chgData name="Msvk Maneesh" userId="5aa1cf5ea3b6e88a" providerId="LiveId" clId="{06B7F6C1-4305-47B7-A80F-1BFBEE77DFFB}" dt="2026-05-01T12:54:17.998" v="15" actId="26606"/>
          <ac:spMkLst>
            <pc:docMk/>
            <pc:sldMk cId="1145910330" sldId="259"/>
            <ac:spMk id="123" creationId="{5298780A-33B9-4EA2-8F67-DE68AD62841B}"/>
          </ac:spMkLst>
        </pc:spChg>
        <pc:spChg chg="add del">
          <ac:chgData name="Msvk Maneesh" userId="5aa1cf5ea3b6e88a" providerId="LiveId" clId="{06B7F6C1-4305-47B7-A80F-1BFBEE77DFFB}" dt="2026-05-01T12:54:17.998" v="15" actId="26606"/>
          <ac:spMkLst>
            <pc:docMk/>
            <pc:sldMk cId="1145910330" sldId="259"/>
            <ac:spMk id="124" creationId="{7F488E8B-4E1E-4402-8935-D4E6C02615C7}"/>
          </ac:spMkLst>
        </pc:spChg>
        <pc:spChg chg="add del">
          <ac:chgData name="Msvk Maneesh" userId="5aa1cf5ea3b6e88a" providerId="LiveId" clId="{06B7F6C1-4305-47B7-A80F-1BFBEE77DFFB}" dt="2026-05-01T12:54:17.998" v="15" actId="26606"/>
          <ac:spMkLst>
            <pc:docMk/>
            <pc:sldMk cId="1145910330" sldId="259"/>
            <ac:spMk id="125" creationId="{4EAB61A4-9052-6E38-EF71-6B7FEB08C920}"/>
          </ac:spMkLst>
        </pc:spChg>
        <pc:spChg chg="add del">
          <ac:chgData name="Msvk Maneesh" userId="5aa1cf5ea3b6e88a" providerId="LiveId" clId="{06B7F6C1-4305-47B7-A80F-1BFBEE77DFFB}" dt="2026-05-01T12:54:11.243" v="12" actId="26606"/>
          <ac:spMkLst>
            <pc:docMk/>
            <pc:sldMk cId="1145910330" sldId="259"/>
            <ac:spMk id="131" creationId="{8DF67618-B87B-4195-8E24-3B126F79FF55}"/>
          </ac:spMkLst>
        </pc:spChg>
        <pc:spChg chg="add del">
          <ac:chgData name="Msvk Maneesh" userId="5aa1cf5ea3b6e88a" providerId="LiveId" clId="{06B7F6C1-4305-47B7-A80F-1BFBEE77DFFB}" dt="2026-05-01T12:54:11.243" v="12" actId="26606"/>
          <ac:spMkLst>
            <pc:docMk/>
            <pc:sldMk cId="1145910330" sldId="259"/>
            <ac:spMk id="133" creationId="{64960379-9FF9-400A-A8A8-F5AB633FD3BF}"/>
          </ac:spMkLst>
        </pc:spChg>
        <pc:spChg chg="add del">
          <ac:chgData name="Msvk Maneesh" userId="5aa1cf5ea3b6e88a" providerId="LiveId" clId="{06B7F6C1-4305-47B7-A80F-1BFBEE77DFFB}" dt="2026-05-01T12:54:17.902" v="14" actId="26606"/>
          <ac:spMkLst>
            <pc:docMk/>
            <pc:sldMk cId="1145910330" sldId="259"/>
            <ac:spMk id="148" creationId="{BACC6370-2D7E-4714-9D71-7542949D7D5D}"/>
          </ac:spMkLst>
        </pc:spChg>
        <pc:spChg chg="add del">
          <ac:chgData name="Msvk Maneesh" userId="5aa1cf5ea3b6e88a" providerId="LiveId" clId="{06B7F6C1-4305-47B7-A80F-1BFBEE77DFFB}" dt="2026-05-01T12:54:17.902" v="14" actId="26606"/>
          <ac:spMkLst>
            <pc:docMk/>
            <pc:sldMk cId="1145910330" sldId="259"/>
            <ac:spMk id="149" creationId="{F68B3F68-107C-434F-AA38-110D5EA91B85}"/>
          </ac:spMkLst>
        </pc:spChg>
        <pc:spChg chg="add del">
          <ac:chgData name="Msvk Maneesh" userId="5aa1cf5ea3b6e88a" providerId="LiveId" clId="{06B7F6C1-4305-47B7-A80F-1BFBEE77DFFB}" dt="2026-05-01T12:54:17.902" v="14" actId="26606"/>
          <ac:spMkLst>
            <pc:docMk/>
            <pc:sldMk cId="1145910330" sldId="259"/>
            <ac:spMk id="150" creationId="{AAD0DBB9-1A4B-4391-81D4-CB19F9AB918A}"/>
          </ac:spMkLst>
        </pc:spChg>
        <pc:spChg chg="add del">
          <ac:chgData name="Msvk Maneesh" userId="5aa1cf5ea3b6e88a" providerId="LiveId" clId="{06B7F6C1-4305-47B7-A80F-1BFBEE77DFFB}" dt="2026-05-01T12:54:17.902" v="14" actId="26606"/>
          <ac:spMkLst>
            <pc:docMk/>
            <pc:sldMk cId="1145910330" sldId="259"/>
            <ac:spMk id="151" creationId="{063BBA22-50EA-4C4D-BE05-F1CE4E63AA56}"/>
          </ac:spMkLst>
        </pc:spChg>
        <pc:spChg chg="add">
          <ac:chgData name="Msvk Maneesh" userId="5aa1cf5ea3b6e88a" providerId="LiveId" clId="{06B7F6C1-4305-47B7-A80F-1BFBEE77DFFB}" dt="2026-05-01T12:54:17.998" v="15" actId="26606"/>
          <ac:spMkLst>
            <pc:docMk/>
            <pc:sldMk cId="1145910330" sldId="259"/>
            <ac:spMk id="154" creationId="{081EA652-8C6A-4E69-BEB9-170809474553}"/>
          </ac:spMkLst>
        </pc:spChg>
        <pc:spChg chg="add">
          <ac:chgData name="Msvk Maneesh" userId="5aa1cf5ea3b6e88a" providerId="LiveId" clId="{06B7F6C1-4305-47B7-A80F-1BFBEE77DFFB}" dt="2026-05-01T12:54:17.998" v="15" actId="26606"/>
          <ac:spMkLst>
            <pc:docMk/>
            <pc:sldMk cId="1145910330" sldId="259"/>
            <ac:spMk id="155" creationId="{5298780A-33B9-4EA2-8F67-DE68AD62841B}"/>
          </ac:spMkLst>
        </pc:spChg>
        <pc:spChg chg="add">
          <ac:chgData name="Msvk Maneesh" userId="5aa1cf5ea3b6e88a" providerId="LiveId" clId="{06B7F6C1-4305-47B7-A80F-1BFBEE77DFFB}" dt="2026-05-01T12:54:17.998" v="15" actId="26606"/>
          <ac:spMkLst>
            <pc:docMk/>
            <pc:sldMk cId="1145910330" sldId="259"/>
            <ac:spMk id="156" creationId="{7F488E8B-4E1E-4402-8935-D4E6C02615C7}"/>
          </ac:spMkLst>
        </pc:spChg>
        <pc:grpChg chg="add del">
          <ac:chgData name="Msvk Maneesh" userId="5aa1cf5ea3b6e88a" providerId="LiveId" clId="{06B7F6C1-4305-47B7-A80F-1BFBEE77DFFB}" dt="2026-05-01T12:54:11.243" v="12" actId="26606"/>
          <ac:grpSpMkLst>
            <pc:docMk/>
            <pc:sldMk cId="1145910330" sldId="259"/>
            <ac:grpSpMk id="135" creationId="{2C491629-AE25-486B-9B22-2CE4EE8F7E47}"/>
          </ac:grpSpMkLst>
        </pc:grpChg>
        <pc:grpChg chg="add del">
          <ac:chgData name="Msvk Maneesh" userId="5aa1cf5ea3b6e88a" providerId="LiveId" clId="{06B7F6C1-4305-47B7-A80F-1BFBEE77DFFB}" dt="2026-05-01T12:54:11.243" v="12" actId="26606"/>
          <ac:grpSpMkLst>
            <pc:docMk/>
            <pc:sldMk cId="1145910330" sldId="259"/>
            <ac:grpSpMk id="139" creationId="{43F5E015-E085-4624-B431-B42414448684}"/>
          </ac:grpSpMkLst>
        </pc:grpChg>
        <pc:graphicFrameChg chg="add del">
          <ac:chgData name="Msvk Maneesh" userId="5aa1cf5ea3b6e88a" providerId="LiveId" clId="{06B7F6C1-4305-47B7-A80F-1BFBEE77DFFB}" dt="2026-05-01T12:54:11.243" v="12" actId="26606"/>
          <ac:graphicFrameMkLst>
            <pc:docMk/>
            <pc:sldMk cId="1145910330" sldId="259"/>
            <ac:graphicFrameMk id="127" creationId="{01B03381-84EB-D375-4EF8-98918300993F}"/>
          </ac:graphicFrameMkLst>
        </pc:graphicFrameChg>
        <pc:graphicFrameChg chg="add del">
          <ac:chgData name="Msvk Maneesh" userId="5aa1cf5ea3b6e88a" providerId="LiveId" clId="{06B7F6C1-4305-47B7-A80F-1BFBEE77DFFB}" dt="2026-05-01T12:54:17.902" v="14" actId="26606"/>
          <ac:graphicFrameMkLst>
            <pc:docMk/>
            <pc:sldMk cId="1145910330" sldId="259"/>
            <ac:graphicFrameMk id="152" creationId="{6F70B309-F04F-2A74-279C-90C26F5BDF7B}"/>
          </ac:graphicFrameMkLst>
        </pc:graphicFrameChg>
        <pc:graphicFrameChg chg="add">
          <ac:chgData name="Msvk Maneesh" userId="5aa1cf5ea3b6e88a" providerId="LiveId" clId="{06B7F6C1-4305-47B7-A80F-1BFBEE77DFFB}" dt="2026-05-01T12:54:17.998" v="15" actId="26606"/>
          <ac:graphicFrameMkLst>
            <pc:docMk/>
            <pc:sldMk cId="1145910330" sldId="259"/>
            <ac:graphicFrameMk id="157" creationId="{EDDF57A7-0489-F6FA-D836-B3C72F3C7362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6BBC93-1E7F-44D3-B52D-87419E69383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44963EA-935B-4C6F-B0CF-F703160888F9}">
      <dgm:prSet/>
      <dgm:spPr/>
      <dgm:t>
        <a:bodyPr/>
        <a:lstStyle/>
        <a:p>
          <a:r>
            <a:rPr lang="en-US" b="1" dirty="0"/>
            <a:t>Urgent and threatening language  </a:t>
          </a:r>
        </a:p>
      </dgm:t>
    </dgm:pt>
    <dgm:pt modelId="{C56C8A36-01E7-44D2-8621-FA8B59DDFE8C}" type="parTrans" cxnId="{C1466EBE-97E0-4E9C-9288-94358D09049E}">
      <dgm:prSet/>
      <dgm:spPr/>
      <dgm:t>
        <a:bodyPr/>
        <a:lstStyle/>
        <a:p>
          <a:endParaRPr lang="en-US"/>
        </a:p>
      </dgm:t>
    </dgm:pt>
    <dgm:pt modelId="{8555BB18-BF8F-4D41-9AA9-492870A794FE}" type="sibTrans" cxnId="{C1466EBE-97E0-4E9C-9288-94358D09049E}">
      <dgm:prSet/>
      <dgm:spPr/>
      <dgm:t>
        <a:bodyPr/>
        <a:lstStyle/>
        <a:p>
          <a:endParaRPr lang="en-US"/>
        </a:p>
      </dgm:t>
    </dgm:pt>
    <dgm:pt modelId="{5630091A-42AF-4721-8CE5-91D030A92703}">
      <dgm:prSet/>
      <dgm:spPr/>
      <dgm:t>
        <a:bodyPr/>
        <a:lstStyle/>
        <a:p>
          <a:r>
            <a:rPr lang="en-US" b="1" dirty="0"/>
            <a:t>Generic greeting ("Dear User")  </a:t>
          </a:r>
        </a:p>
      </dgm:t>
    </dgm:pt>
    <dgm:pt modelId="{9FD139DD-465F-4667-A51C-63560646C0D0}" type="parTrans" cxnId="{9DE36A91-F843-484A-A7F3-62027D937BFF}">
      <dgm:prSet/>
      <dgm:spPr/>
      <dgm:t>
        <a:bodyPr/>
        <a:lstStyle/>
        <a:p>
          <a:endParaRPr lang="en-US"/>
        </a:p>
      </dgm:t>
    </dgm:pt>
    <dgm:pt modelId="{A585D8DC-88B4-4AF8-9DAF-45ED72C4B1D9}" type="sibTrans" cxnId="{9DE36A91-F843-484A-A7F3-62027D937BFF}">
      <dgm:prSet/>
      <dgm:spPr/>
      <dgm:t>
        <a:bodyPr/>
        <a:lstStyle/>
        <a:p>
          <a:endParaRPr lang="en-US"/>
        </a:p>
      </dgm:t>
    </dgm:pt>
    <dgm:pt modelId="{53F4C255-3B32-4C19-A8F0-6188FDC407C7}">
      <dgm:prSet/>
      <dgm:spPr/>
      <dgm:t>
        <a:bodyPr/>
        <a:lstStyle/>
        <a:p>
          <a:r>
            <a:rPr lang="en-US" b="1" dirty="0"/>
            <a:t>Suspicious link (non-official domain)  </a:t>
          </a:r>
        </a:p>
      </dgm:t>
    </dgm:pt>
    <dgm:pt modelId="{3FD50299-249C-4DBF-86A6-87F42FFECA8E}" type="parTrans" cxnId="{71478793-2288-4235-BEF5-C3A7537663B9}">
      <dgm:prSet/>
      <dgm:spPr/>
      <dgm:t>
        <a:bodyPr/>
        <a:lstStyle/>
        <a:p>
          <a:endParaRPr lang="en-US"/>
        </a:p>
      </dgm:t>
    </dgm:pt>
    <dgm:pt modelId="{00DCD075-7DD1-462B-98FF-C4C4B47DEB02}" type="sibTrans" cxnId="{71478793-2288-4235-BEF5-C3A7537663B9}">
      <dgm:prSet/>
      <dgm:spPr/>
      <dgm:t>
        <a:bodyPr/>
        <a:lstStyle/>
        <a:p>
          <a:endParaRPr lang="en-US"/>
        </a:p>
      </dgm:t>
    </dgm:pt>
    <dgm:pt modelId="{43FCA0E1-7A1B-4C08-BF06-3D979FD9C0C8}">
      <dgm:prSet/>
      <dgm:spPr/>
      <dgm:t>
        <a:bodyPr/>
        <a:lstStyle/>
        <a:p>
          <a:r>
            <a:rPr lang="en-US" b="1" dirty="0"/>
            <a:t>Lack of company details  </a:t>
          </a:r>
        </a:p>
      </dgm:t>
    </dgm:pt>
    <dgm:pt modelId="{8A4394F1-3188-4B4A-9DCF-169745FF090A}" type="parTrans" cxnId="{CA7E2E74-C7AC-46F1-9C23-A80837E0286D}">
      <dgm:prSet/>
      <dgm:spPr/>
      <dgm:t>
        <a:bodyPr/>
        <a:lstStyle/>
        <a:p>
          <a:endParaRPr lang="en-US"/>
        </a:p>
      </dgm:t>
    </dgm:pt>
    <dgm:pt modelId="{9EAD1AE7-0939-465E-8412-B827E4396133}" type="sibTrans" cxnId="{CA7E2E74-C7AC-46F1-9C23-A80837E0286D}">
      <dgm:prSet/>
      <dgm:spPr/>
      <dgm:t>
        <a:bodyPr/>
        <a:lstStyle/>
        <a:p>
          <a:endParaRPr lang="en-US"/>
        </a:p>
      </dgm:t>
    </dgm:pt>
    <dgm:pt modelId="{02A8CD48-A9E3-4D7D-9487-65F251115F93}">
      <dgm:prSet/>
      <dgm:spPr/>
      <dgm:t>
        <a:bodyPr/>
        <a:lstStyle/>
        <a:p>
          <a:r>
            <a:rPr lang="en-US" b="1" dirty="0"/>
            <a:t>Request for immediate action </a:t>
          </a:r>
        </a:p>
      </dgm:t>
    </dgm:pt>
    <dgm:pt modelId="{EDF6634E-B890-4A12-A118-9B1F89361BA0}" type="parTrans" cxnId="{4D10825B-113B-483F-B1A2-4F9BF7E0ECC9}">
      <dgm:prSet/>
      <dgm:spPr/>
      <dgm:t>
        <a:bodyPr/>
        <a:lstStyle/>
        <a:p>
          <a:endParaRPr lang="en-US"/>
        </a:p>
      </dgm:t>
    </dgm:pt>
    <dgm:pt modelId="{792AAADE-06B9-4309-A52A-7B130DD77A14}" type="sibTrans" cxnId="{4D10825B-113B-483F-B1A2-4F9BF7E0ECC9}">
      <dgm:prSet/>
      <dgm:spPr/>
      <dgm:t>
        <a:bodyPr/>
        <a:lstStyle/>
        <a:p>
          <a:endParaRPr lang="en-US"/>
        </a:p>
      </dgm:t>
    </dgm:pt>
    <dgm:pt modelId="{ED229C88-D6F7-4E8F-B657-A9E0A4AE5C19}" type="pres">
      <dgm:prSet presAssocID="{726BBC93-1E7F-44D3-B52D-87419E69383F}" presName="outerComposite" presStyleCnt="0">
        <dgm:presLayoutVars>
          <dgm:chMax val="5"/>
          <dgm:dir/>
          <dgm:resizeHandles val="exact"/>
        </dgm:presLayoutVars>
      </dgm:prSet>
      <dgm:spPr/>
    </dgm:pt>
    <dgm:pt modelId="{0C657343-AD25-4003-9ECF-4BFC73777689}" type="pres">
      <dgm:prSet presAssocID="{726BBC93-1E7F-44D3-B52D-87419E69383F}" presName="dummyMaxCanvas" presStyleCnt="0">
        <dgm:presLayoutVars/>
      </dgm:prSet>
      <dgm:spPr/>
    </dgm:pt>
    <dgm:pt modelId="{88E65BF1-FBC0-4A5B-9CEE-C193C0F6D268}" type="pres">
      <dgm:prSet presAssocID="{726BBC93-1E7F-44D3-B52D-87419E69383F}" presName="FiveNodes_1" presStyleLbl="node1" presStyleIdx="0" presStyleCnt="5">
        <dgm:presLayoutVars>
          <dgm:bulletEnabled val="1"/>
        </dgm:presLayoutVars>
      </dgm:prSet>
      <dgm:spPr/>
    </dgm:pt>
    <dgm:pt modelId="{F9A44C5F-5AF1-4830-BDD1-DF9FDEF16516}" type="pres">
      <dgm:prSet presAssocID="{726BBC93-1E7F-44D3-B52D-87419E69383F}" presName="FiveNodes_2" presStyleLbl="node1" presStyleIdx="1" presStyleCnt="5">
        <dgm:presLayoutVars>
          <dgm:bulletEnabled val="1"/>
        </dgm:presLayoutVars>
      </dgm:prSet>
      <dgm:spPr/>
    </dgm:pt>
    <dgm:pt modelId="{B12E46B7-5A2A-4037-B188-68E50696BC6B}" type="pres">
      <dgm:prSet presAssocID="{726BBC93-1E7F-44D3-B52D-87419E69383F}" presName="FiveNodes_3" presStyleLbl="node1" presStyleIdx="2" presStyleCnt="5">
        <dgm:presLayoutVars>
          <dgm:bulletEnabled val="1"/>
        </dgm:presLayoutVars>
      </dgm:prSet>
      <dgm:spPr/>
    </dgm:pt>
    <dgm:pt modelId="{605E7B6D-7E04-47F9-A7EB-0789CE88C15B}" type="pres">
      <dgm:prSet presAssocID="{726BBC93-1E7F-44D3-B52D-87419E69383F}" presName="FiveNodes_4" presStyleLbl="node1" presStyleIdx="3" presStyleCnt="5">
        <dgm:presLayoutVars>
          <dgm:bulletEnabled val="1"/>
        </dgm:presLayoutVars>
      </dgm:prSet>
      <dgm:spPr/>
    </dgm:pt>
    <dgm:pt modelId="{648F429B-B9BF-4B2F-BBD3-66C5C8120D59}" type="pres">
      <dgm:prSet presAssocID="{726BBC93-1E7F-44D3-B52D-87419E69383F}" presName="FiveNodes_5" presStyleLbl="node1" presStyleIdx="4" presStyleCnt="5">
        <dgm:presLayoutVars>
          <dgm:bulletEnabled val="1"/>
        </dgm:presLayoutVars>
      </dgm:prSet>
      <dgm:spPr/>
    </dgm:pt>
    <dgm:pt modelId="{AABBC039-589F-4438-ADD4-8B7D841C9F1C}" type="pres">
      <dgm:prSet presAssocID="{726BBC93-1E7F-44D3-B52D-87419E69383F}" presName="FiveConn_1-2" presStyleLbl="fgAccFollowNode1" presStyleIdx="0" presStyleCnt="4">
        <dgm:presLayoutVars>
          <dgm:bulletEnabled val="1"/>
        </dgm:presLayoutVars>
      </dgm:prSet>
      <dgm:spPr/>
    </dgm:pt>
    <dgm:pt modelId="{46BE5A8D-0478-43D1-BA2C-B44EBC297F30}" type="pres">
      <dgm:prSet presAssocID="{726BBC93-1E7F-44D3-B52D-87419E69383F}" presName="FiveConn_2-3" presStyleLbl="fgAccFollowNode1" presStyleIdx="1" presStyleCnt="4">
        <dgm:presLayoutVars>
          <dgm:bulletEnabled val="1"/>
        </dgm:presLayoutVars>
      </dgm:prSet>
      <dgm:spPr/>
    </dgm:pt>
    <dgm:pt modelId="{DBE40D6A-1E22-4A81-81C3-BCF283538CF4}" type="pres">
      <dgm:prSet presAssocID="{726BBC93-1E7F-44D3-B52D-87419E69383F}" presName="FiveConn_3-4" presStyleLbl="fgAccFollowNode1" presStyleIdx="2" presStyleCnt="4">
        <dgm:presLayoutVars>
          <dgm:bulletEnabled val="1"/>
        </dgm:presLayoutVars>
      </dgm:prSet>
      <dgm:spPr/>
    </dgm:pt>
    <dgm:pt modelId="{EB0D0150-3E6C-47C0-82A2-444FA6ADA210}" type="pres">
      <dgm:prSet presAssocID="{726BBC93-1E7F-44D3-B52D-87419E69383F}" presName="FiveConn_4-5" presStyleLbl="fgAccFollowNode1" presStyleIdx="3" presStyleCnt="4">
        <dgm:presLayoutVars>
          <dgm:bulletEnabled val="1"/>
        </dgm:presLayoutVars>
      </dgm:prSet>
      <dgm:spPr/>
    </dgm:pt>
    <dgm:pt modelId="{9E7D3044-37A0-4BFC-82D0-0F19008AE97B}" type="pres">
      <dgm:prSet presAssocID="{726BBC93-1E7F-44D3-B52D-87419E69383F}" presName="FiveNodes_1_text" presStyleLbl="node1" presStyleIdx="4" presStyleCnt="5">
        <dgm:presLayoutVars>
          <dgm:bulletEnabled val="1"/>
        </dgm:presLayoutVars>
      </dgm:prSet>
      <dgm:spPr/>
    </dgm:pt>
    <dgm:pt modelId="{61442A75-C47D-43D1-B1CC-5B08285713E9}" type="pres">
      <dgm:prSet presAssocID="{726BBC93-1E7F-44D3-B52D-87419E69383F}" presName="FiveNodes_2_text" presStyleLbl="node1" presStyleIdx="4" presStyleCnt="5">
        <dgm:presLayoutVars>
          <dgm:bulletEnabled val="1"/>
        </dgm:presLayoutVars>
      </dgm:prSet>
      <dgm:spPr/>
    </dgm:pt>
    <dgm:pt modelId="{CA36BD76-6654-4FC2-92A4-6723D9B3CFFD}" type="pres">
      <dgm:prSet presAssocID="{726BBC93-1E7F-44D3-B52D-87419E69383F}" presName="FiveNodes_3_text" presStyleLbl="node1" presStyleIdx="4" presStyleCnt="5">
        <dgm:presLayoutVars>
          <dgm:bulletEnabled val="1"/>
        </dgm:presLayoutVars>
      </dgm:prSet>
      <dgm:spPr/>
    </dgm:pt>
    <dgm:pt modelId="{2E9895B5-DFB1-40B8-A487-9927FDC9E27B}" type="pres">
      <dgm:prSet presAssocID="{726BBC93-1E7F-44D3-B52D-87419E69383F}" presName="FiveNodes_4_text" presStyleLbl="node1" presStyleIdx="4" presStyleCnt="5">
        <dgm:presLayoutVars>
          <dgm:bulletEnabled val="1"/>
        </dgm:presLayoutVars>
      </dgm:prSet>
      <dgm:spPr/>
    </dgm:pt>
    <dgm:pt modelId="{B4F0B755-623A-429F-AAE5-7F2694F77A84}" type="pres">
      <dgm:prSet presAssocID="{726BBC93-1E7F-44D3-B52D-87419E69383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C9D9C04-E251-4AC2-B179-288AA2B7882B}" type="presOf" srcId="{43FCA0E1-7A1B-4C08-BF06-3D979FD9C0C8}" destId="{2E9895B5-DFB1-40B8-A487-9927FDC9E27B}" srcOrd="1" destOrd="0" presId="urn:microsoft.com/office/officeart/2005/8/layout/vProcess5"/>
    <dgm:cxn modelId="{43553608-B5C2-4C2B-ACFA-E3F0269BD2AE}" type="presOf" srcId="{53F4C255-3B32-4C19-A8F0-6188FDC407C7}" destId="{B12E46B7-5A2A-4037-B188-68E50696BC6B}" srcOrd="0" destOrd="0" presId="urn:microsoft.com/office/officeart/2005/8/layout/vProcess5"/>
    <dgm:cxn modelId="{DA968518-F452-48EC-BCF1-DFFD9532804C}" type="presOf" srcId="{9EAD1AE7-0939-465E-8412-B827E4396133}" destId="{EB0D0150-3E6C-47C0-82A2-444FA6ADA210}" srcOrd="0" destOrd="0" presId="urn:microsoft.com/office/officeart/2005/8/layout/vProcess5"/>
    <dgm:cxn modelId="{9A1FB119-D0B2-467D-AC3B-92CE0520EEB1}" type="presOf" srcId="{5630091A-42AF-4721-8CE5-91D030A92703}" destId="{F9A44C5F-5AF1-4830-BDD1-DF9FDEF16516}" srcOrd="0" destOrd="0" presId="urn:microsoft.com/office/officeart/2005/8/layout/vProcess5"/>
    <dgm:cxn modelId="{215D081C-6C9D-4317-96CD-9833D711D463}" type="presOf" srcId="{43FCA0E1-7A1B-4C08-BF06-3D979FD9C0C8}" destId="{605E7B6D-7E04-47F9-A7EB-0789CE88C15B}" srcOrd="0" destOrd="0" presId="urn:microsoft.com/office/officeart/2005/8/layout/vProcess5"/>
    <dgm:cxn modelId="{F2487B30-1FC1-43F3-86AE-C728497FDA58}" type="presOf" srcId="{53F4C255-3B32-4C19-A8F0-6188FDC407C7}" destId="{CA36BD76-6654-4FC2-92A4-6723D9B3CFFD}" srcOrd="1" destOrd="0" presId="urn:microsoft.com/office/officeart/2005/8/layout/vProcess5"/>
    <dgm:cxn modelId="{9350933F-F02D-4BE4-95FC-4538E9F4095D}" type="presOf" srcId="{144963EA-935B-4C6F-B0CF-F703160888F9}" destId="{88E65BF1-FBC0-4A5B-9CEE-C193C0F6D268}" srcOrd="0" destOrd="0" presId="urn:microsoft.com/office/officeart/2005/8/layout/vProcess5"/>
    <dgm:cxn modelId="{4D10825B-113B-483F-B1A2-4F9BF7E0ECC9}" srcId="{726BBC93-1E7F-44D3-B52D-87419E69383F}" destId="{02A8CD48-A9E3-4D7D-9487-65F251115F93}" srcOrd="4" destOrd="0" parTransId="{EDF6634E-B890-4A12-A118-9B1F89361BA0}" sibTransId="{792AAADE-06B9-4309-A52A-7B130DD77A14}"/>
    <dgm:cxn modelId="{5E1E6842-1CCD-43DE-AA11-D5BC49C5CF1C}" type="presOf" srcId="{726BBC93-1E7F-44D3-B52D-87419E69383F}" destId="{ED229C88-D6F7-4E8F-B657-A9E0A4AE5C19}" srcOrd="0" destOrd="0" presId="urn:microsoft.com/office/officeart/2005/8/layout/vProcess5"/>
    <dgm:cxn modelId="{E562D845-25B1-4AA7-A958-DE00834DE239}" type="presOf" srcId="{8555BB18-BF8F-4D41-9AA9-492870A794FE}" destId="{AABBC039-589F-4438-ADD4-8B7D841C9F1C}" srcOrd="0" destOrd="0" presId="urn:microsoft.com/office/officeart/2005/8/layout/vProcess5"/>
    <dgm:cxn modelId="{9DAA654B-2634-4D57-BB97-521973264019}" type="presOf" srcId="{5630091A-42AF-4721-8CE5-91D030A92703}" destId="{61442A75-C47D-43D1-B1CC-5B08285713E9}" srcOrd="1" destOrd="0" presId="urn:microsoft.com/office/officeart/2005/8/layout/vProcess5"/>
    <dgm:cxn modelId="{B0EB7872-CE20-4606-832E-84EE3EA1823C}" type="presOf" srcId="{02A8CD48-A9E3-4D7D-9487-65F251115F93}" destId="{648F429B-B9BF-4B2F-BBD3-66C5C8120D59}" srcOrd="0" destOrd="0" presId="urn:microsoft.com/office/officeart/2005/8/layout/vProcess5"/>
    <dgm:cxn modelId="{CA7E2E74-C7AC-46F1-9C23-A80837E0286D}" srcId="{726BBC93-1E7F-44D3-B52D-87419E69383F}" destId="{43FCA0E1-7A1B-4C08-BF06-3D979FD9C0C8}" srcOrd="3" destOrd="0" parTransId="{8A4394F1-3188-4B4A-9DCF-169745FF090A}" sibTransId="{9EAD1AE7-0939-465E-8412-B827E4396133}"/>
    <dgm:cxn modelId="{7EE02583-FBF7-4978-9E4F-A0B8D7533A33}" type="presOf" srcId="{A585D8DC-88B4-4AF8-9DAF-45ED72C4B1D9}" destId="{46BE5A8D-0478-43D1-BA2C-B44EBC297F30}" srcOrd="0" destOrd="0" presId="urn:microsoft.com/office/officeart/2005/8/layout/vProcess5"/>
    <dgm:cxn modelId="{9DE36A91-F843-484A-A7F3-62027D937BFF}" srcId="{726BBC93-1E7F-44D3-B52D-87419E69383F}" destId="{5630091A-42AF-4721-8CE5-91D030A92703}" srcOrd="1" destOrd="0" parTransId="{9FD139DD-465F-4667-A51C-63560646C0D0}" sibTransId="{A585D8DC-88B4-4AF8-9DAF-45ED72C4B1D9}"/>
    <dgm:cxn modelId="{71478793-2288-4235-BEF5-C3A7537663B9}" srcId="{726BBC93-1E7F-44D3-B52D-87419E69383F}" destId="{53F4C255-3B32-4C19-A8F0-6188FDC407C7}" srcOrd="2" destOrd="0" parTransId="{3FD50299-249C-4DBF-86A6-87F42FFECA8E}" sibTransId="{00DCD075-7DD1-462B-98FF-C4C4B47DEB02}"/>
    <dgm:cxn modelId="{B6CD8695-C23E-4610-B771-F8A48ECF81D4}" type="presOf" srcId="{00DCD075-7DD1-462B-98FF-C4C4B47DEB02}" destId="{DBE40D6A-1E22-4A81-81C3-BCF283538CF4}" srcOrd="0" destOrd="0" presId="urn:microsoft.com/office/officeart/2005/8/layout/vProcess5"/>
    <dgm:cxn modelId="{E090CAB6-BD35-4173-B7F6-D3A85F35C363}" type="presOf" srcId="{02A8CD48-A9E3-4D7D-9487-65F251115F93}" destId="{B4F0B755-623A-429F-AAE5-7F2694F77A84}" srcOrd="1" destOrd="0" presId="urn:microsoft.com/office/officeart/2005/8/layout/vProcess5"/>
    <dgm:cxn modelId="{38D089B8-A4A2-45AA-A4EC-1FA15599E72B}" type="presOf" srcId="{144963EA-935B-4C6F-B0CF-F703160888F9}" destId="{9E7D3044-37A0-4BFC-82D0-0F19008AE97B}" srcOrd="1" destOrd="0" presId="urn:microsoft.com/office/officeart/2005/8/layout/vProcess5"/>
    <dgm:cxn modelId="{C1466EBE-97E0-4E9C-9288-94358D09049E}" srcId="{726BBC93-1E7F-44D3-B52D-87419E69383F}" destId="{144963EA-935B-4C6F-B0CF-F703160888F9}" srcOrd="0" destOrd="0" parTransId="{C56C8A36-01E7-44D2-8621-FA8B59DDFE8C}" sibTransId="{8555BB18-BF8F-4D41-9AA9-492870A794FE}"/>
    <dgm:cxn modelId="{52E9350C-E273-48A7-A0D4-C5E854AFF6BB}" type="presParOf" srcId="{ED229C88-D6F7-4E8F-B657-A9E0A4AE5C19}" destId="{0C657343-AD25-4003-9ECF-4BFC73777689}" srcOrd="0" destOrd="0" presId="urn:microsoft.com/office/officeart/2005/8/layout/vProcess5"/>
    <dgm:cxn modelId="{83E1F106-DAB8-468B-A943-51E2041B9CB3}" type="presParOf" srcId="{ED229C88-D6F7-4E8F-B657-A9E0A4AE5C19}" destId="{88E65BF1-FBC0-4A5B-9CEE-C193C0F6D268}" srcOrd="1" destOrd="0" presId="urn:microsoft.com/office/officeart/2005/8/layout/vProcess5"/>
    <dgm:cxn modelId="{F169C217-C860-47F2-B22A-5AC5F4FF90BE}" type="presParOf" srcId="{ED229C88-D6F7-4E8F-B657-A9E0A4AE5C19}" destId="{F9A44C5F-5AF1-4830-BDD1-DF9FDEF16516}" srcOrd="2" destOrd="0" presId="urn:microsoft.com/office/officeart/2005/8/layout/vProcess5"/>
    <dgm:cxn modelId="{041DA71D-6016-4ACA-9D0A-D002E214B8CF}" type="presParOf" srcId="{ED229C88-D6F7-4E8F-B657-A9E0A4AE5C19}" destId="{B12E46B7-5A2A-4037-B188-68E50696BC6B}" srcOrd="3" destOrd="0" presId="urn:microsoft.com/office/officeart/2005/8/layout/vProcess5"/>
    <dgm:cxn modelId="{8E3EA700-8D92-4502-B076-4AD72DD1548F}" type="presParOf" srcId="{ED229C88-D6F7-4E8F-B657-A9E0A4AE5C19}" destId="{605E7B6D-7E04-47F9-A7EB-0789CE88C15B}" srcOrd="4" destOrd="0" presId="urn:microsoft.com/office/officeart/2005/8/layout/vProcess5"/>
    <dgm:cxn modelId="{17806AE4-4817-4252-A6B4-FB6DC31F1EA9}" type="presParOf" srcId="{ED229C88-D6F7-4E8F-B657-A9E0A4AE5C19}" destId="{648F429B-B9BF-4B2F-BBD3-66C5C8120D59}" srcOrd="5" destOrd="0" presId="urn:microsoft.com/office/officeart/2005/8/layout/vProcess5"/>
    <dgm:cxn modelId="{C072FD2B-263E-4F54-82D3-5B92AFD2C6D8}" type="presParOf" srcId="{ED229C88-D6F7-4E8F-B657-A9E0A4AE5C19}" destId="{AABBC039-589F-4438-ADD4-8B7D841C9F1C}" srcOrd="6" destOrd="0" presId="urn:microsoft.com/office/officeart/2005/8/layout/vProcess5"/>
    <dgm:cxn modelId="{CA0645BB-600B-441C-9B65-EABA953E025D}" type="presParOf" srcId="{ED229C88-D6F7-4E8F-B657-A9E0A4AE5C19}" destId="{46BE5A8D-0478-43D1-BA2C-B44EBC297F30}" srcOrd="7" destOrd="0" presId="urn:microsoft.com/office/officeart/2005/8/layout/vProcess5"/>
    <dgm:cxn modelId="{16DE9B85-98B6-4EEB-840C-A33554CE384F}" type="presParOf" srcId="{ED229C88-D6F7-4E8F-B657-A9E0A4AE5C19}" destId="{DBE40D6A-1E22-4A81-81C3-BCF283538CF4}" srcOrd="8" destOrd="0" presId="urn:microsoft.com/office/officeart/2005/8/layout/vProcess5"/>
    <dgm:cxn modelId="{4E51A6D1-EAED-4F05-A6F8-88E0080B119D}" type="presParOf" srcId="{ED229C88-D6F7-4E8F-B657-A9E0A4AE5C19}" destId="{EB0D0150-3E6C-47C0-82A2-444FA6ADA210}" srcOrd="9" destOrd="0" presId="urn:microsoft.com/office/officeart/2005/8/layout/vProcess5"/>
    <dgm:cxn modelId="{5FA97AAC-6E8E-4390-BC98-43057752249A}" type="presParOf" srcId="{ED229C88-D6F7-4E8F-B657-A9E0A4AE5C19}" destId="{9E7D3044-37A0-4BFC-82D0-0F19008AE97B}" srcOrd="10" destOrd="0" presId="urn:microsoft.com/office/officeart/2005/8/layout/vProcess5"/>
    <dgm:cxn modelId="{BB9BD556-60D0-4AB7-87F2-C6977DD4B0EF}" type="presParOf" srcId="{ED229C88-D6F7-4E8F-B657-A9E0A4AE5C19}" destId="{61442A75-C47D-43D1-B1CC-5B08285713E9}" srcOrd="11" destOrd="0" presId="urn:microsoft.com/office/officeart/2005/8/layout/vProcess5"/>
    <dgm:cxn modelId="{A5EADCE6-8B99-4C02-8568-F2987BA272E2}" type="presParOf" srcId="{ED229C88-D6F7-4E8F-B657-A9E0A4AE5C19}" destId="{CA36BD76-6654-4FC2-92A4-6723D9B3CFFD}" srcOrd="12" destOrd="0" presId="urn:microsoft.com/office/officeart/2005/8/layout/vProcess5"/>
    <dgm:cxn modelId="{CE16B1E8-A72C-419F-92C6-1180143FE025}" type="presParOf" srcId="{ED229C88-D6F7-4E8F-B657-A9E0A4AE5C19}" destId="{2E9895B5-DFB1-40B8-A487-9927FDC9E27B}" srcOrd="13" destOrd="0" presId="urn:microsoft.com/office/officeart/2005/8/layout/vProcess5"/>
    <dgm:cxn modelId="{B1403379-5D67-4FF8-BDCD-4FC3B3711161}" type="presParOf" srcId="{ED229C88-D6F7-4E8F-B657-A9E0A4AE5C19}" destId="{B4F0B755-623A-429F-AAE5-7F2694F77A8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65BF1-FBC0-4A5B-9CEE-C193C0F6D268}">
      <dsp:nvSpPr>
        <dsp:cNvPr id="0" name=""/>
        <dsp:cNvSpPr/>
      </dsp:nvSpPr>
      <dsp:spPr>
        <a:xfrm>
          <a:off x="0" y="0"/>
          <a:ext cx="6217607" cy="5040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Urgent and threatening language  </a:t>
          </a:r>
        </a:p>
      </dsp:txBody>
      <dsp:txXfrm>
        <a:off x="14764" y="14764"/>
        <a:ext cx="5614698" cy="474543"/>
      </dsp:txXfrm>
    </dsp:sp>
    <dsp:sp modelId="{F9A44C5F-5AF1-4830-BDD1-DF9FDEF16516}">
      <dsp:nvSpPr>
        <dsp:cNvPr id="0" name=""/>
        <dsp:cNvSpPr/>
      </dsp:nvSpPr>
      <dsp:spPr>
        <a:xfrm>
          <a:off x="464301" y="574080"/>
          <a:ext cx="6217607" cy="5040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Generic greeting ("Dear User")  </a:t>
          </a:r>
        </a:p>
      </dsp:txBody>
      <dsp:txXfrm>
        <a:off x="479065" y="588844"/>
        <a:ext cx="5396131" cy="474543"/>
      </dsp:txXfrm>
    </dsp:sp>
    <dsp:sp modelId="{B12E46B7-5A2A-4037-B188-68E50696BC6B}">
      <dsp:nvSpPr>
        <dsp:cNvPr id="0" name=""/>
        <dsp:cNvSpPr/>
      </dsp:nvSpPr>
      <dsp:spPr>
        <a:xfrm>
          <a:off x="928603" y="1148161"/>
          <a:ext cx="6217607" cy="5040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Suspicious link (non-official domain)  </a:t>
          </a:r>
        </a:p>
      </dsp:txBody>
      <dsp:txXfrm>
        <a:off x="943367" y="1162925"/>
        <a:ext cx="5396131" cy="474543"/>
      </dsp:txXfrm>
    </dsp:sp>
    <dsp:sp modelId="{605E7B6D-7E04-47F9-A7EB-0789CE88C15B}">
      <dsp:nvSpPr>
        <dsp:cNvPr id="0" name=""/>
        <dsp:cNvSpPr/>
      </dsp:nvSpPr>
      <dsp:spPr>
        <a:xfrm>
          <a:off x="1392905" y="1722242"/>
          <a:ext cx="6217607" cy="5040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Lack of company details  </a:t>
          </a:r>
        </a:p>
      </dsp:txBody>
      <dsp:txXfrm>
        <a:off x="1407669" y="1737006"/>
        <a:ext cx="5396131" cy="474543"/>
      </dsp:txXfrm>
    </dsp:sp>
    <dsp:sp modelId="{648F429B-B9BF-4B2F-BBD3-66C5C8120D59}">
      <dsp:nvSpPr>
        <dsp:cNvPr id="0" name=""/>
        <dsp:cNvSpPr/>
      </dsp:nvSpPr>
      <dsp:spPr>
        <a:xfrm>
          <a:off x="1857207" y="2296323"/>
          <a:ext cx="6217607" cy="5040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Request for immediate action </a:t>
          </a:r>
        </a:p>
      </dsp:txBody>
      <dsp:txXfrm>
        <a:off x="1871971" y="2311087"/>
        <a:ext cx="5396131" cy="474543"/>
      </dsp:txXfrm>
    </dsp:sp>
    <dsp:sp modelId="{AABBC039-589F-4438-ADD4-8B7D841C9F1C}">
      <dsp:nvSpPr>
        <dsp:cNvPr id="0" name=""/>
        <dsp:cNvSpPr/>
      </dsp:nvSpPr>
      <dsp:spPr>
        <a:xfrm>
          <a:off x="5889961" y="368251"/>
          <a:ext cx="327646" cy="32764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963681" y="368251"/>
        <a:ext cx="180206" cy="246554"/>
      </dsp:txXfrm>
    </dsp:sp>
    <dsp:sp modelId="{46BE5A8D-0478-43D1-BA2C-B44EBC297F30}">
      <dsp:nvSpPr>
        <dsp:cNvPr id="0" name=""/>
        <dsp:cNvSpPr/>
      </dsp:nvSpPr>
      <dsp:spPr>
        <a:xfrm>
          <a:off x="6354263" y="942332"/>
          <a:ext cx="327646" cy="32764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427983" y="942332"/>
        <a:ext cx="180206" cy="246554"/>
      </dsp:txXfrm>
    </dsp:sp>
    <dsp:sp modelId="{DBE40D6A-1E22-4A81-81C3-BCF283538CF4}">
      <dsp:nvSpPr>
        <dsp:cNvPr id="0" name=""/>
        <dsp:cNvSpPr/>
      </dsp:nvSpPr>
      <dsp:spPr>
        <a:xfrm>
          <a:off x="6818565" y="1508012"/>
          <a:ext cx="327646" cy="32764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892285" y="1508012"/>
        <a:ext cx="180206" cy="246554"/>
      </dsp:txXfrm>
    </dsp:sp>
    <dsp:sp modelId="{EB0D0150-3E6C-47C0-82A2-444FA6ADA210}">
      <dsp:nvSpPr>
        <dsp:cNvPr id="0" name=""/>
        <dsp:cNvSpPr/>
      </dsp:nvSpPr>
      <dsp:spPr>
        <a:xfrm>
          <a:off x="7282866" y="2087694"/>
          <a:ext cx="327646" cy="32764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356586" y="2087694"/>
        <a:ext cx="180206" cy="2465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01C8-68DE-B34E-BF88-211DA4ED4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812909-D076-761A-5BD2-D6DF04384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753E-66C4-11EF-2701-965BFD0E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F661-2D63-4F4C-B43B-179DE43D62F9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3D76B-7FE6-3E68-94B2-326CBFFCC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F75B7-DADF-75D1-BFAD-FFDE3B094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323D-0912-4A8F-A18F-C0C4E272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5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3EDD8-086C-3F89-709B-5C22CDCBF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C3CB8-0D7B-8CF1-6E9E-488A941B0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CA7DE-C6CF-B5ED-F2B4-E2760A810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F661-2D63-4F4C-B43B-179DE43D62F9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63442-B233-2C2C-91E9-8AECD93A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15DEB-0EF2-0525-B2F9-9FB01813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323D-0912-4A8F-A18F-C0C4E272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38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9F63-F653-51E8-9E41-7E78D620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26619-4E19-1360-6512-B159B2DC5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5A497-A137-0BC3-AAED-E4B59838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F661-2D63-4F4C-B43B-179DE43D62F9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AE713-B28B-0161-79C2-06940D09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9C950-628B-6EA5-DCED-79367397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323D-0912-4A8F-A18F-C0C4E272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70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99A20-5FF0-8E25-EA81-16B5CC2A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27E44-202A-25F3-84D7-22B67061B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23E68-FCA9-6FAC-18A3-632DF027E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4140C-41E2-D749-FB96-BE7C578DE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F661-2D63-4F4C-B43B-179DE43D62F9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7AD55-8843-0190-6601-2BDAA04A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96EC1-8B79-483F-9A1C-9FAA42C6D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323D-0912-4A8F-A18F-C0C4E272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6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97DAF-6449-F15C-2FA1-47406024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4A56A-50D9-8E14-3108-DF3A0D39D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16DAF-74ED-A31B-118E-89AE1FED1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19E10-17A1-9DF8-AD59-9335FA756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9752B1-AA34-C7FB-88B8-A038F569F2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367E54-27A4-E0FA-01B4-38403DF3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F661-2D63-4F4C-B43B-179DE43D62F9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B37BF-634D-D4A0-BD04-1038286D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63AE6-CDF1-C0F9-79DD-F996F61B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323D-0912-4A8F-A18F-C0C4E272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22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D603-29A7-CA53-9D6C-D758C10C3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ACF3F-4993-B975-C272-44C96C9B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F661-2D63-4F4C-B43B-179DE43D62F9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372A8-809C-2696-A8A4-A3BDA7E6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C5304-0F43-D64E-1EE9-2857CC10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323D-0912-4A8F-A18F-C0C4E272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49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FFA452-B9A6-B79E-F8DB-EA405B6C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F661-2D63-4F4C-B43B-179DE43D62F9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82F39D-A809-8AA5-751E-8964FA63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F6F2A-C9E5-D993-5F34-1D721AD7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323D-0912-4A8F-A18F-C0C4E272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3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0CCE-248E-3F1D-5671-4DD3EE29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36A5C-92F5-F82B-7924-DC5F4E7A5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680DD-D57E-97EC-A4E9-8712BEB3C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56280-6545-ED35-88A1-AB649C500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F661-2D63-4F4C-B43B-179DE43D62F9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50E8D-BC3F-C372-E475-D64DEA800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DB7FE-483E-5934-EBE7-3BC45BEB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323D-0912-4A8F-A18F-C0C4E272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0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6908-73E1-2218-679B-38298A881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2CC20-B274-A3B5-C4EF-9BEDC5B901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D737A-8567-7EE6-0502-C61B9407C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FC38F-C162-923E-4FD5-492459AD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F661-2D63-4F4C-B43B-179DE43D62F9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EBA81-D296-773B-C50A-6D481A0C2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CD0DF-5B88-2797-F8FF-CF2BD867E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323D-0912-4A8F-A18F-C0C4E272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4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8C99-9717-4E56-489A-BEC387C77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6DAB97-21D9-332C-AAE9-3806F7266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5F756-A7C1-E91F-0C2A-3E5BA8B1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F661-2D63-4F4C-B43B-179DE43D62F9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F353A-5DD7-753A-573A-9251FCDFD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F8C7C-74AD-1B50-9023-F0BA08307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323D-0912-4A8F-A18F-C0C4E272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1F2CD3-15CB-05C2-2FF9-27820EA0D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AF7A3-0B0D-D614-C385-CF9ED20DF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CD0BC-DB1D-B26B-08B6-F6A7564B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F661-2D63-4F4C-B43B-179DE43D62F9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CE551-6B30-62AA-3897-F53DCC42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AC228-FBD1-8BF1-3585-E756FF79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323D-0912-4A8F-A18F-C0C4E272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3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80360-9E25-B33C-9E60-A57C09654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ABAD5-A228-6B56-E9DB-71F16526B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4ACA5-37EF-0EC4-31C6-14BA4C6C9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6F661-2D63-4F4C-B43B-179DE43D62F9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D8079-48C6-E653-8F44-5A28707CC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1A540-E6F8-E527-B5D6-6B79819DF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A2323D-0912-4A8F-A18F-C0C4E272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4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CFF05-A7B9-F103-B936-17C7063760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31464A-E229-FDDE-0AFE-6E5351480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AI in Cybersecurity: Phishing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747F3-7153-615E-6D10-FBBA63241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Prepared by: MSVK Maneesh  </a:t>
            </a:r>
          </a:p>
          <a:p>
            <a:r>
              <a:rPr lang="en-US">
                <a:solidFill>
                  <a:srgbClr val="FFFFFF"/>
                </a:solidFill>
              </a:rPr>
              <a:t>Role: Junior SOC Analyst (Simulation Project)</a:t>
            </a:r>
          </a:p>
        </p:txBody>
      </p:sp>
    </p:spTree>
    <p:extLst>
      <p:ext uri="{BB962C8B-B14F-4D97-AF65-F5344CB8AC3E}">
        <p14:creationId xmlns:p14="http://schemas.microsoft.com/office/powerpoint/2010/main" val="1168244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8B9AA-955A-AF8D-EF55-F858DA25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2546" y="330739"/>
            <a:ext cx="4646904" cy="1624520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b="1" dirty="0"/>
              <a:t>What is Phishing?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D4A50-86C9-838E-959B-D414546FC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743200"/>
            <a:ext cx="4322262" cy="3613149"/>
          </a:xfrm>
        </p:spPr>
        <p:txBody>
          <a:bodyPr anchor="ctr">
            <a:normAutofit lnSpcReduction="10000"/>
          </a:bodyPr>
          <a:lstStyle/>
          <a:p>
            <a:r>
              <a:rPr lang="en-US" sz="2400" dirty="0"/>
              <a:t>Phishing is a type of cyber attack where attackers trick users into revealing sensitive information such as usernames, passwords, or financial data.</a:t>
            </a:r>
          </a:p>
          <a:p>
            <a:endParaRPr lang="en-US" sz="2400" dirty="0"/>
          </a:p>
          <a:p>
            <a:r>
              <a:rPr lang="en-US" sz="2400" dirty="0"/>
              <a:t>It is commonly done through fake emails that appear to be from trusted sources.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29DB68-9D72-859E-826F-5D20164D4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511" y="2404240"/>
            <a:ext cx="5622304" cy="395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5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6F4C891B-62D0-4250-AEB7-0F42BAD7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7708B-8079-0B1F-0E5F-6F0CB49DA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458" y="2514600"/>
            <a:ext cx="9808067" cy="811161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/>
              <a:t>Example of Phishing Email</a:t>
            </a:r>
          </a:p>
        </p:txBody>
      </p:sp>
      <p:pic>
        <p:nvPicPr>
          <p:cNvPr id="48" name="Graphic 47" descr="Stop Sign">
            <a:extLst>
              <a:ext uri="{FF2B5EF4-FFF2-40B4-BE49-F238E27FC236}">
                <a16:creationId xmlns:a16="http://schemas.microsoft.com/office/drawing/2014/main" id="{CFD25226-A731-3884-AF04-9149209E0F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8389" y="1122553"/>
            <a:ext cx="995221" cy="995221"/>
          </a:xfrm>
          <a:prstGeom prst="rect">
            <a:avLst/>
          </a:prstGeom>
        </p:spPr>
      </p:pic>
      <p:sp>
        <p:nvSpPr>
          <p:cNvPr id="49" name="Content Placeholder 6">
            <a:extLst>
              <a:ext uri="{FF2B5EF4-FFF2-40B4-BE49-F238E27FC236}">
                <a16:creationId xmlns:a16="http://schemas.microsoft.com/office/drawing/2014/main" id="{DF61D244-8946-6F2E-A83C-7D4F3DBC3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459" y="3532240"/>
            <a:ext cx="9804575" cy="2596847"/>
          </a:xfrm>
        </p:spPr>
        <p:txBody>
          <a:bodyPr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/>
              <a:t>Subject: Urgent Account Verification Required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Your account will be suspended within 24 hours.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Click here to verify immediately.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Link: </a:t>
            </a:r>
            <a:r>
              <a:rPr lang="en-US" sz="2000" u="sng" dirty="0"/>
              <a:t>http://secure-login-alert.com</a:t>
            </a:r>
          </a:p>
        </p:txBody>
      </p:sp>
    </p:spTree>
    <p:extLst>
      <p:ext uri="{BB962C8B-B14F-4D97-AF65-F5344CB8AC3E}">
        <p14:creationId xmlns:p14="http://schemas.microsoft.com/office/powerpoint/2010/main" val="1037462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4" name="Rectangle 15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ight Triangle 15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11860-CAC5-18B4-9296-C291E9B6F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660865" cy="1618489"/>
          </a:xfrm>
        </p:spPr>
        <p:txBody>
          <a:bodyPr anchor="ctr">
            <a:noAutofit/>
          </a:bodyPr>
          <a:lstStyle/>
          <a:p>
            <a:r>
              <a:rPr lang="en-US" sz="7200" b="1" dirty="0"/>
              <a:t>Red Flags in the Email</a:t>
            </a:r>
          </a:p>
        </p:txBody>
      </p:sp>
      <p:graphicFrame>
        <p:nvGraphicFramePr>
          <p:cNvPr id="157" name="Content Placeholder 2">
            <a:extLst>
              <a:ext uri="{FF2B5EF4-FFF2-40B4-BE49-F238E27FC236}">
                <a16:creationId xmlns:a16="http://schemas.microsoft.com/office/drawing/2014/main" id="{EDDF57A7-0489-F6FA-D836-B3C72F3C73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1607436"/>
              </p:ext>
            </p:extLst>
          </p:nvPr>
        </p:nvGraphicFramePr>
        <p:xfrm>
          <a:off x="1285240" y="2969469"/>
          <a:ext cx="8074815" cy="2800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591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Question mark boxes">
            <a:extLst>
              <a:ext uri="{FF2B5EF4-FFF2-40B4-BE49-F238E27FC236}">
                <a16:creationId xmlns:a16="http://schemas.microsoft.com/office/drawing/2014/main" id="{F91E1EF3-3AC0-C1E5-CCAA-06AE58C952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69" r="22088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6685DA-5491-0D39-81E6-73BB1FDE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5400" b="1" dirty="0"/>
              <a:t>Safety Tips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46AE9-9B0B-F6EF-8818-85567304C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614507"/>
            <a:ext cx="4659756" cy="3644560"/>
          </a:xfrm>
        </p:spPr>
        <p:txBody>
          <a:bodyPr anchor="ctr">
            <a:noAutofit/>
          </a:bodyPr>
          <a:lstStyle/>
          <a:p>
            <a:r>
              <a:rPr lang="en-US" sz="2400" dirty="0"/>
              <a:t>Do not click unknown links  </a:t>
            </a:r>
          </a:p>
          <a:p>
            <a:r>
              <a:rPr lang="en-US" sz="2400" dirty="0"/>
              <a:t>Always verify sender details  </a:t>
            </a:r>
          </a:p>
          <a:p>
            <a:r>
              <a:rPr lang="en-US" sz="2400" dirty="0"/>
              <a:t>Report suspicious emails  </a:t>
            </a:r>
          </a:p>
          <a:p>
            <a:r>
              <a:rPr lang="en-US" sz="2400" dirty="0"/>
              <a:t>Enable Multi-Factor Authentication 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AI tools can help detect phishing emails quickly and assist in cybersecurity analysis.</a:t>
            </a:r>
          </a:p>
        </p:txBody>
      </p:sp>
    </p:spTree>
    <p:extLst>
      <p:ext uri="{BB962C8B-B14F-4D97-AF65-F5344CB8AC3E}">
        <p14:creationId xmlns:p14="http://schemas.microsoft.com/office/powerpoint/2010/main" val="4056638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5018066-27E9-463D-837A-768C53856215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159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AI in Cybersecurity: Phishing Detection</vt:lpstr>
      <vt:lpstr>What is Phishing?</vt:lpstr>
      <vt:lpstr>Example of Phishing Email</vt:lpstr>
      <vt:lpstr>Red Flags in the Email</vt:lpstr>
      <vt:lpstr>Safety Tips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Msvk Maneesh</dc:creator>
  <cp:lastModifiedBy>Msvk Maneesh</cp:lastModifiedBy>
  <cp:revision>6</cp:revision>
  <dcterms:created xsi:type="dcterms:W3CDTF">2026-05-01T12:21:44Z</dcterms:created>
  <dcterms:modified xsi:type="dcterms:W3CDTF">2026-05-01T13:28:44Z</dcterms:modified>
</cp:coreProperties>
</file>